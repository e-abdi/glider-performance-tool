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ed66c5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ed66c5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ed66c5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ed66c5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ed66c5f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ed66c5f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ed66c5f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ed66c5f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a0a65040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a0a65040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a0a6504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a0a6504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a0a65040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a0a6504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e5ec4f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09e5ec4f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ed66c5f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6ed66c5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ed66c5f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ed66c5f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ba0a65040_3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ba0a65040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https://e-abdi.github.io/glider-performance-tool/content/glider-selection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e-abdi.github.io/glider-performance-tool/content/study-design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-abdi.github.io/glider-performance-tool/content/slocum-endurance.html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e-abdi.github.io/glider-performance-tool/content/performance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5.jp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33400" y="476250"/>
            <a:ext cx="61350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Decision Tool</a:t>
            </a:r>
            <a:endParaRPr b="1" sz="935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323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Glider Selection Dashboard</a:t>
            </a:r>
            <a:endParaRPr b="1" sz="323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“Help Me Decide”</a:t>
            </a:r>
            <a:endParaRPr b="0" sz="1700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533400" y="2238375"/>
            <a:ext cx="4095900" cy="2333700"/>
            <a:chOff x="0" y="0"/>
            <a:chExt cx="4095900" cy="2333700"/>
          </a:xfrm>
        </p:grpSpPr>
        <p:sp>
          <p:nvSpPr>
            <p:cNvPr id="56" name="Google Shape;56;p13"/>
            <p:cNvSpPr/>
            <p:nvPr/>
          </p:nvSpPr>
          <p:spPr>
            <a:xfrm>
              <a:off x="0" y="0"/>
              <a:ext cx="4095900" cy="2333700"/>
            </a:xfrm>
            <a:prstGeom prst="roundRect">
              <a:avLst>
                <a:gd fmla="val 489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190500" y="171450"/>
              <a:ext cx="37149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TEAM &amp; CONTRIBUTORS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Ehsan Abdi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(Akvaplan-niva)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Anne Simonis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(Estuary &amp; Ocean Science Center, SFSU)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Kasey Castello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(Scripps, UC San Diego)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Héloïse Frouin-Mouy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(University of Miami, NOAA SEFSC)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700" y="1279925"/>
            <a:ext cx="4209899" cy="294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57200" y="3810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Decision Tool</a:t>
            </a:r>
            <a:endParaRPr b="1" sz="1000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Background/Justification</a:t>
            </a:r>
            <a:endParaRPr b="1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457200" y="1190625"/>
            <a:ext cx="4762500" cy="1666800"/>
            <a:chOff x="0" y="0"/>
            <a:chExt cx="4762500" cy="16668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47625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28600" y="2286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228600" y="250508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15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685800" y="190500"/>
              <a:ext cx="395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Glider Selection Dashboard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Develop a Glider Selection Dashboard that brings together information from the Glider Rodeo, glider manufacturers, and relevant datasets to help users determine which glider platform and configuration would be best suited for a particular mission.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457200" y="3028950"/>
            <a:ext cx="4762500" cy="1666800"/>
            <a:chOff x="0" y="0"/>
            <a:chExt cx="4762500" cy="16668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47625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28600" y="2286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228600" y="250508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5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685800" y="190500"/>
              <a:ext cx="4076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Interactive Decision-Support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Learn more about glider options available and the different PAM systems. Move beyond simply providing a catalogue of available gliders and instead create an interactive decision-support tool.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100" y="1460500"/>
            <a:ext cx="3619502" cy="271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Brainstorm dashboard features as a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obtained from manufacturer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Selection tools created in Quarto hosted via GitHub pages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Started with NOAA PAM template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Python — pandas, openpyxl, xarray, netCDF4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JavaScript — Plotly (2-D and gl3d 3-D), Leaflet + Leaflet.draw (maps), Turf.js (geometry)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Leveraged AI tools for website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Collaborative feedback &amp; editing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External data and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GMRT Synthesis — bathymetry fetched live for any drawn polygon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Esri World Ocean Base — basemap tiles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Glider Playground (Orlando Prugel-Bennett, National Oceanography Centre, Apache-2.0) — the 3-D seafloor view follows its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AI	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1630150" y="1601125"/>
            <a:ext cx="7202100" cy="29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was used for Study Design Tool, Debugging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extraction, analysis code, plotting, the website itself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Gemini was used to create visual for </a:t>
            </a:r>
            <a:r>
              <a:rPr lang="en"/>
              <a:t>presentation</a:t>
            </a:r>
            <a:r>
              <a:rPr lang="en"/>
              <a:t> slides.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13" y="1474750"/>
            <a:ext cx="1246600" cy="655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0" l="14276" r="11716" t="30734"/>
          <a:stretch/>
        </p:blipFill>
        <p:spPr>
          <a:xfrm>
            <a:off x="94525" y="2424838"/>
            <a:ext cx="1519974" cy="7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b="33225" l="17997" r="15073" t="31403"/>
          <a:stretch/>
        </p:blipFill>
        <p:spPr>
          <a:xfrm>
            <a:off x="94537" y="3518714"/>
            <a:ext cx="1330900" cy="394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	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977" y="361888"/>
            <a:ext cx="7010401" cy="44197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711025" y="1070525"/>
            <a:ext cx="1274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	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592" y="83250"/>
            <a:ext cx="5652729" cy="49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622075" y="1070525"/>
            <a:ext cx="1362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	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622075" y="1070525"/>
            <a:ext cx="1362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623" y="79775"/>
            <a:ext cx="5184500" cy="496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	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303" y="109200"/>
            <a:ext cx="5145600" cy="492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622075" y="1070525"/>
            <a:ext cx="1362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	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	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Endurance calculation for Seaglider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Study design tool needs attention, testing, and feedback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and Export waypoints from the Study Design Tool for glider missions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data to the data </a:t>
            </a:r>
            <a:r>
              <a:rPr lang="en"/>
              <a:t>viewer from additional glider missions.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209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Shannon Rankin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Selene Fregosi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Kourtney Burger</a:t>
            </a:r>
            <a:endParaRPr/>
          </a:p>
        </p:txBody>
      </p:sp>
      <p:pic>
        <p:nvPicPr>
          <p:cNvPr id="135" name="Google Shape;135;p23" title="Simonis_23-08-2026_sma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50" y="2709330"/>
            <a:ext cx="1246598" cy="166212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409650" y="4558300"/>
            <a:ext cx="16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Anne Simonis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650" y="2718125"/>
            <a:ext cx="1683000" cy="16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6554850" y="4558300"/>
            <a:ext cx="2457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Héloïse Frouin-Mouy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9975" y="85175"/>
            <a:ext cx="1246600" cy="655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in a boat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4450" y="2739000"/>
            <a:ext cx="1813230" cy="16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2425" y="2772240"/>
            <a:ext cx="1683000" cy="1595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 rotWithShape="1">
          <a:blip r:embed="rId8">
            <a:alphaModFix/>
          </a:blip>
          <a:srcRect b="0" l="14276" r="11716" t="30734"/>
          <a:stretch/>
        </p:blipFill>
        <p:spPr>
          <a:xfrm>
            <a:off x="7538200" y="85175"/>
            <a:ext cx="1519974" cy="7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9">
            <a:alphaModFix/>
          </a:blip>
          <a:srcRect b="33225" l="17997" r="15073" t="31403"/>
          <a:stretch/>
        </p:blipFill>
        <p:spPr>
          <a:xfrm>
            <a:off x="7727275" y="884739"/>
            <a:ext cx="1330900" cy="39471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2201338" y="4558300"/>
            <a:ext cx="19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Kasey Castello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551248" y="4558300"/>
            <a:ext cx="19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Ehsan Abdi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2480100" y="1152475"/>
            <a:ext cx="26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Openscapes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Glider Rodeo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Glider Rodeo Funders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5321925" y="1279450"/>
            <a:ext cx="26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NOAA Fisheries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Aquaview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- time limits for each slide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Intro: 1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Background/Justification: 2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Methods: 2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Use of AI: 1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Results: 5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Lessons Learned: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Next steps: seaglider endurance calculator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Acknowledgements: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